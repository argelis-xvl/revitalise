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8"/>
  </p:notesMasterIdLst>
  <p:sldIdLst>
    <p:sldId id="267" r:id="rId5"/>
    <p:sldId id="316" r:id="rId6"/>
    <p:sldId id="31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9C6B13B-CC3F-CCF2-477C-AFB113024E70}" name="rebecca@rebeccagraham.co.uk" initials="re" userId="S::urn:spo:guest#rebecca@rebeccagraham.co.uk::" providerId="AD"/>
  <p188:author id="{8AD11AB2-5DC1-06A6-79E1-08CBC0F09162}" name="Rebecca Graham" initials="RG" userId="S::rebecca@rebeccagraham.co.uk::ef9bf0cf-aef2-4974-be73-26a7ffd2f31b" providerId="AD"/>
  <p188:author id="{4D9EFBC6-637F-75E0-D8D9-BF5784424FD4}" name="Emily Sheardown" initials="ES" userId="S::esheardown@revitalise.org.uk::2854fc92-35aa-4dcd-9f6c-c2828af77f0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0505"/>
    <a:srgbClr val="ED32C8"/>
    <a:srgbClr val="E600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7292A2E-F333-43FB-9621-5CBBE7FDCDCB}" styleName="Light Style 2 –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E3FDE45-AF77-4B5C-9715-49D594BDF05E}" styleName="Light Style 1 –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Medium Style 4 –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27102A9-8310-4765-A935-A1911B00CA55}" styleName="Light Style 1 –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mily Sheardown" userId="2854fc92-35aa-4dcd-9f6c-c2828af77f0a" providerId="ADAL" clId="{6792DE02-D0E6-4B52-B920-9AE1B55545B0}"/>
    <pc:docChg chg="undo redo custSel addSld delSld modSld sldOrd modNotesMaster">
      <pc:chgData name="Emily Sheardown" userId="2854fc92-35aa-4dcd-9f6c-c2828af77f0a" providerId="ADAL" clId="{6792DE02-D0E6-4B52-B920-9AE1B55545B0}" dt="2026-06-29T12:09:51.394" v="2498" actId="478"/>
      <pc:docMkLst>
        <pc:docMk/>
      </pc:docMkLst>
      <pc:sldChg chg="modSp mod modNotes">
        <pc:chgData name="Emily Sheardown" userId="2854fc92-35aa-4dcd-9f6c-c2828af77f0a" providerId="ADAL" clId="{6792DE02-D0E6-4B52-B920-9AE1B55545B0}" dt="2026-06-29T12:02:25.723" v="2474" actId="26606"/>
        <pc:sldMkLst>
          <pc:docMk/>
          <pc:sldMk cId="1419704472" sldId="267"/>
        </pc:sldMkLst>
        <pc:spChg chg="mod">
          <ac:chgData name="Emily Sheardown" userId="2854fc92-35aa-4dcd-9f6c-c2828af77f0a" providerId="ADAL" clId="{6792DE02-D0E6-4B52-B920-9AE1B55545B0}" dt="2026-06-29T11:52:32.730" v="2033" actId="20577"/>
          <ac:spMkLst>
            <pc:docMk/>
            <pc:sldMk cId="1419704472" sldId="267"/>
            <ac:spMk id="2" creationId="{00000000-0000-0000-0000-000000000000}"/>
          </ac:spMkLst>
        </pc:spChg>
        <pc:picChg chg="mod">
          <ac:chgData name="Emily Sheardown" userId="2854fc92-35aa-4dcd-9f6c-c2828af77f0a" providerId="ADAL" clId="{6792DE02-D0E6-4B52-B920-9AE1B55545B0}" dt="2026-06-29T12:02:25.723" v="2474" actId="26606"/>
          <ac:picMkLst>
            <pc:docMk/>
            <pc:sldMk cId="1419704472" sldId="267"/>
            <ac:picMk id="4" creationId="{FA108CD9-5972-7EF9-5276-B3B080327812}"/>
          </ac:picMkLst>
        </pc:picChg>
      </pc:sldChg>
      <pc:sldChg chg="del">
        <pc:chgData name="Emily Sheardown" userId="2854fc92-35aa-4dcd-9f6c-c2828af77f0a" providerId="ADAL" clId="{6792DE02-D0E6-4B52-B920-9AE1B55545B0}" dt="2026-06-29T11:58:02.331" v="2472" actId="47"/>
        <pc:sldMkLst>
          <pc:docMk/>
          <pc:sldMk cId="2955334800" sldId="315"/>
        </pc:sldMkLst>
      </pc:sldChg>
      <pc:sldChg chg="addSp delSp modSp mod">
        <pc:chgData name="Emily Sheardown" userId="2854fc92-35aa-4dcd-9f6c-c2828af77f0a" providerId="ADAL" clId="{6792DE02-D0E6-4B52-B920-9AE1B55545B0}" dt="2026-06-29T12:09:51.394" v="2498" actId="478"/>
        <pc:sldMkLst>
          <pc:docMk/>
          <pc:sldMk cId="4201218912" sldId="316"/>
        </pc:sldMkLst>
        <pc:spChg chg="mod">
          <ac:chgData name="Emily Sheardown" userId="2854fc92-35aa-4dcd-9f6c-c2828af77f0a" providerId="ADAL" clId="{6792DE02-D0E6-4B52-B920-9AE1B55545B0}" dt="2026-06-29T11:52:46.036" v="2056" actId="20577"/>
          <ac:spMkLst>
            <pc:docMk/>
            <pc:sldMk cId="4201218912" sldId="316"/>
            <ac:spMk id="2" creationId="{1728E445-F673-A57A-7739-B2C4F389FFBA}"/>
          </ac:spMkLst>
        </pc:spChg>
        <pc:spChg chg="del mod">
          <ac:chgData name="Emily Sheardown" userId="2854fc92-35aa-4dcd-9f6c-c2828af77f0a" providerId="ADAL" clId="{6792DE02-D0E6-4B52-B920-9AE1B55545B0}" dt="2026-06-29T12:02:25.723" v="2474" actId="26606"/>
          <ac:spMkLst>
            <pc:docMk/>
            <pc:sldMk cId="4201218912" sldId="316"/>
            <ac:spMk id="3" creationId="{DF3F6DB2-F45E-F93D-7620-4A9EF0C4F4F4}"/>
          </ac:spMkLst>
        </pc:spChg>
        <pc:spChg chg="add">
          <ac:chgData name="Emily Sheardown" userId="2854fc92-35aa-4dcd-9f6c-c2828af77f0a" providerId="ADAL" clId="{6792DE02-D0E6-4B52-B920-9AE1B55545B0}" dt="2026-06-29T12:02:25.723" v="2474" actId="26606"/>
          <ac:spMkLst>
            <pc:docMk/>
            <pc:sldMk cId="4201218912" sldId="316"/>
            <ac:spMk id="9" creationId="{00000000-0000-0000-0000-000000000000}"/>
          </ac:spMkLst>
        </pc:spChg>
        <pc:spChg chg="add del">
          <ac:chgData name="Emily Sheardown" userId="2854fc92-35aa-4dcd-9f6c-c2828af77f0a" providerId="ADAL" clId="{6792DE02-D0E6-4B52-B920-9AE1B55545B0}" dt="2026-06-29T12:09:49.306" v="2497" actId="478"/>
          <ac:spMkLst>
            <pc:docMk/>
            <pc:sldMk cId="4201218912" sldId="316"/>
            <ac:spMk id="11" creationId="{00000000-0000-0000-0000-000000000000}"/>
          </ac:spMkLst>
        </pc:spChg>
        <pc:spChg chg="add del">
          <ac:chgData name="Emily Sheardown" userId="2854fc92-35aa-4dcd-9f6c-c2828af77f0a" providerId="ADAL" clId="{6792DE02-D0E6-4B52-B920-9AE1B55545B0}" dt="2026-06-29T12:09:51.394" v="2498" actId="478"/>
          <ac:spMkLst>
            <pc:docMk/>
            <pc:sldMk cId="4201218912" sldId="316"/>
            <ac:spMk id="12" creationId="{00000000-0000-0000-0000-000000000000}"/>
          </ac:spMkLst>
        </pc:spChg>
        <pc:spChg chg="add">
          <ac:chgData name="Emily Sheardown" userId="2854fc92-35aa-4dcd-9f6c-c2828af77f0a" providerId="ADAL" clId="{6792DE02-D0E6-4B52-B920-9AE1B55545B0}" dt="2026-06-29T12:02:25.723" v="2474" actId="26606"/>
          <ac:spMkLst>
            <pc:docMk/>
            <pc:sldMk cId="4201218912" sldId="316"/>
            <ac:spMk id="15" creationId="{00000000-0000-0000-0000-000000000000}"/>
          </ac:spMkLst>
        </pc:spChg>
        <pc:spChg chg="add">
          <ac:chgData name="Emily Sheardown" userId="2854fc92-35aa-4dcd-9f6c-c2828af77f0a" providerId="ADAL" clId="{6792DE02-D0E6-4B52-B920-9AE1B55545B0}" dt="2026-06-29T12:02:25.723" v="2474" actId="26606"/>
          <ac:spMkLst>
            <pc:docMk/>
            <pc:sldMk cId="4201218912" sldId="316"/>
            <ac:spMk id="16" creationId="{00000000-0000-0000-0000-000000000000}"/>
          </ac:spMkLst>
        </pc:spChg>
        <pc:spChg chg="add">
          <ac:chgData name="Emily Sheardown" userId="2854fc92-35aa-4dcd-9f6c-c2828af77f0a" providerId="ADAL" clId="{6792DE02-D0E6-4B52-B920-9AE1B55545B0}" dt="2026-06-29T12:02:25.723" v="2474" actId="26606"/>
          <ac:spMkLst>
            <pc:docMk/>
            <pc:sldMk cId="4201218912" sldId="316"/>
            <ac:spMk id="22" creationId="{00000000-0000-0000-0000-000000000000}"/>
          </ac:spMkLst>
        </pc:spChg>
        <pc:spChg chg="add">
          <ac:chgData name="Emily Sheardown" userId="2854fc92-35aa-4dcd-9f6c-c2828af77f0a" providerId="ADAL" clId="{6792DE02-D0E6-4B52-B920-9AE1B55545B0}" dt="2026-06-29T12:02:25.723" v="2474" actId="26606"/>
          <ac:spMkLst>
            <pc:docMk/>
            <pc:sldMk cId="4201218912" sldId="316"/>
            <ac:spMk id="24" creationId="{00000000-0000-0000-0000-000000000000}"/>
          </ac:spMkLst>
        </pc:spChg>
        <pc:spChg chg="add">
          <ac:chgData name="Emily Sheardown" userId="2854fc92-35aa-4dcd-9f6c-c2828af77f0a" providerId="ADAL" clId="{6792DE02-D0E6-4B52-B920-9AE1B55545B0}" dt="2026-06-29T12:02:25.723" v="2474" actId="26606"/>
          <ac:spMkLst>
            <pc:docMk/>
            <pc:sldMk cId="4201218912" sldId="316"/>
            <ac:spMk id="26" creationId="{00000000-0000-0000-0000-000000000000}"/>
          </ac:spMkLst>
        </pc:spChg>
        <pc:spChg chg="add">
          <ac:chgData name="Emily Sheardown" userId="2854fc92-35aa-4dcd-9f6c-c2828af77f0a" providerId="ADAL" clId="{6792DE02-D0E6-4B52-B920-9AE1B55545B0}" dt="2026-06-29T12:02:25.723" v="2474" actId="26606"/>
          <ac:spMkLst>
            <pc:docMk/>
            <pc:sldMk cId="4201218912" sldId="316"/>
            <ac:spMk id="27" creationId="{00000000-0000-0000-0000-000000000000}"/>
          </ac:spMkLst>
        </pc:spChg>
        <pc:spChg chg="mod">
          <ac:chgData name="Emily Sheardown" userId="2854fc92-35aa-4dcd-9f6c-c2828af77f0a" providerId="ADAL" clId="{6792DE02-D0E6-4B52-B920-9AE1B55545B0}" dt="2026-06-29T12:03:20.727" v="2490" actId="20577"/>
          <ac:spMkLst>
            <pc:docMk/>
            <pc:sldMk cId="4201218912" sldId="316"/>
            <ac:spMk id="38" creationId="{00000000-0000-0000-0000-000000000000}"/>
          </ac:spMkLst>
        </pc:spChg>
        <pc:spChg chg="del">
          <ac:chgData name="Emily Sheardown" userId="2854fc92-35aa-4dcd-9f6c-c2828af77f0a" providerId="ADAL" clId="{6792DE02-D0E6-4B52-B920-9AE1B55545B0}" dt="2026-06-29T12:03:27.299" v="2492" actId="478"/>
          <ac:spMkLst>
            <pc:docMk/>
            <pc:sldMk cId="4201218912" sldId="316"/>
            <ac:spMk id="39" creationId="{00000000-0000-0000-0000-000000000000}"/>
          </ac:spMkLst>
        </pc:spChg>
        <pc:spChg chg="del">
          <ac:chgData name="Emily Sheardown" userId="2854fc92-35aa-4dcd-9f6c-c2828af77f0a" providerId="ADAL" clId="{6792DE02-D0E6-4B52-B920-9AE1B55545B0}" dt="2026-06-29T12:03:25.764" v="2491" actId="478"/>
          <ac:spMkLst>
            <pc:docMk/>
            <pc:sldMk cId="4201218912" sldId="316"/>
            <ac:spMk id="40" creationId="{00000000-0000-0000-0000-000000000000}"/>
          </ac:spMkLst>
        </pc:spChg>
        <pc:spChg chg="del">
          <ac:chgData name="Emily Sheardown" userId="2854fc92-35aa-4dcd-9f6c-c2828af77f0a" providerId="ADAL" clId="{6792DE02-D0E6-4B52-B920-9AE1B55545B0}" dt="2026-06-29T12:03:38.581" v="2494" actId="478"/>
          <ac:spMkLst>
            <pc:docMk/>
            <pc:sldMk cId="4201218912" sldId="316"/>
            <ac:spMk id="41" creationId="{00000000-0000-0000-0000-000000000000}"/>
          </ac:spMkLst>
        </pc:spChg>
        <pc:spChg chg="del">
          <ac:chgData name="Emily Sheardown" userId="2854fc92-35aa-4dcd-9f6c-c2828af77f0a" providerId="ADAL" clId="{6792DE02-D0E6-4B52-B920-9AE1B55545B0}" dt="2026-06-29T12:03:31.221" v="2493" actId="478"/>
          <ac:spMkLst>
            <pc:docMk/>
            <pc:sldMk cId="4201218912" sldId="316"/>
            <ac:spMk id="42" creationId="{00000000-0000-0000-0000-000000000000}"/>
          </ac:spMkLst>
        </pc:spChg>
        <pc:spChg chg="mod">
          <ac:chgData name="Emily Sheardown" userId="2854fc92-35aa-4dcd-9f6c-c2828af77f0a" providerId="ADAL" clId="{6792DE02-D0E6-4B52-B920-9AE1B55545B0}" dt="2026-06-29T12:03:58.213" v="2496" actId="1076"/>
          <ac:spMkLst>
            <pc:docMk/>
            <pc:sldMk cId="4201218912" sldId="316"/>
            <ac:spMk id="44" creationId="{00000000-0000-0000-0000-000000000000}"/>
          </ac:spMkLst>
        </pc:spChg>
        <pc:spChg chg="mod">
          <ac:chgData name="Emily Sheardown" userId="2854fc92-35aa-4dcd-9f6c-c2828af77f0a" providerId="ADAL" clId="{6792DE02-D0E6-4B52-B920-9AE1B55545B0}" dt="2026-06-29T12:03:51.124" v="2495" actId="1076"/>
          <ac:spMkLst>
            <pc:docMk/>
            <pc:sldMk cId="4201218912" sldId="316"/>
            <ac:spMk id="45" creationId="{00000000-0000-0000-0000-000000000000}"/>
          </ac:spMkLst>
        </pc:spChg>
        <pc:graphicFrameChg chg="del">
          <ac:chgData name="Emily Sheardown" userId="2854fc92-35aa-4dcd-9f6c-c2828af77f0a" providerId="ADAL" clId="{6792DE02-D0E6-4B52-B920-9AE1B55545B0}" dt="2026-06-29T11:52:53.290" v="2058" actId="478"/>
          <ac:graphicFrameMkLst>
            <pc:docMk/>
            <pc:sldMk cId="4201218912" sldId="316"/>
            <ac:graphicFrameMk id="5" creationId="{15595188-1298-91DD-C010-675AA09A946C}"/>
          </ac:graphicFrameMkLst>
        </pc:graphicFrameChg>
        <pc:graphicFrameChg chg="del">
          <ac:chgData name="Emily Sheardown" userId="2854fc92-35aa-4dcd-9f6c-c2828af77f0a" providerId="ADAL" clId="{6792DE02-D0E6-4B52-B920-9AE1B55545B0}" dt="2026-06-29T11:52:49.924" v="2057" actId="478"/>
          <ac:graphicFrameMkLst>
            <pc:docMk/>
            <pc:sldMk cId="4201218912" sldId="316"/>
            <ac:graphicFrameMk id="8" creationId="{CD58038F-E779-F1FA-1C7E-0CE1235C940D}"/>
          </ac:graphicFrameMkLst>
        </pc:graphicFrameChg>
      </pc:sldChg>
      <pc:sldChg chg="del">
        <pc:chgData name="Emily Sheardown" userId="2854fc92-35aa-4dcd-9f6c-c2828af77f0a" providerId="ADAL" clId="{6792DE02-D0E6-4B52-B920-9AE1B55545B0}" dt="2026-06-29T11:58:03.163" v="2473" actId="47"/>
        <pc:sldMkLst>
          <pc:docMk/>
          <pc:sldMk cId="3668023668" sldId="317"/>
        </pc:sldMkLst>
      </pc:sldChg>
      <pc:sldChg chg="modNotes">
        <pc:chgData name="Emily Sheardown" userId="2854fc92-35aa-4dcd-9f6c-c2828af77f0a" providerId="ADAL" clId="{6792DE02-D0E6-4B52-B920-9AE1B55545B0}" dt="2026-06-29T12:02:25.723" v="2474" actId="26606"/>
        <pc:sldMkLst>
          <pc:docMk/>
          <pc:sldMk cId="1474214214" sldId="319"/>
        </pc:sldMkLst>
      </pc:sldChg>
      <pc:sldChg chg="del">
        <pc:chgData name="Emily Sheardown" userId="2854fc92-35aa-4dcd-9f6c-c2828af77f0a" providerId="ADAL" clId="{6792DE02-D0E6-4B52-B920-9AE1B55545B0}" dt="2026-06-29T11:58:01.760" v="2471" actId="47"/>
        <pc:sldMkLst>
          <pc:docMk/>
          <pc:sldMk cId="3782396424" sldId="32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98205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BED54C-B958-45D6-A028-A3B9CE0CB386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47610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BED54C-B958-45D6-A028-A3B9CE0CB386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6250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503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89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735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112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701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889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114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044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6557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425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795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136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00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281256"/>
            <a:ext cx="9144000" cy="1751106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chemeClr val="bg1"/>
                </a:solidFill>
                <a:latin typeface="Century Gothic"/>
              </a:rPr>
              <a:t>Round 4</a:t>
            </a:r>
            <a:endParaRPr lang="en-US" b="1" dirty="0">
              <a:solidFill>
                <a:schemeClr val="bg1"/>
              </a:solidFill>
              <a:latin typeface="Century Gothic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268143"/>
            <a:ext cx="9144000" cy="68757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b="1" dirty="0">
                <a:solidFill>
                  <a:schemeClr val="bg1"/>
                </a:solidFill>
                <a:latin typeface="Century Gothic"/>
              </a:rPr>
              <a:t>Application Stats</a:t>
            </a:r>
          </a:p>
        </p:txBody>
      </p:sp>
      <p:pic>
        <p:nvPicPr>
          <p:cNvPr id="4" name="Picture 3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FA108CD9-5972-7EF9-5276-B3B0803278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8706" y="379063"/>
            <a:ext cx="1368909" cy="328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7044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nk text on a black background&#10;&#10;AI-generated content may be incorrect.">
            <a:extLst>
              <a:ext uri="{FF2B5EF4-FFF2-40B4-BE49-F238E27FC236}">
                <a16:creationId xmlns:a16="http://schemas.microsoft.com/office/drawing/2014/main" id="{39CA727B-CC07-45DF-B5FC-65E819B76C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217" y="308727"/>
            <a:ext cx="1573161" cy="48901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2880360" cy="6858000"/>
          </a:xfrm>
          <a:prstGeom prst="rect">
            <a:avLst/>
          </a:prstGeom>
          <a:solidFill>
            <a:srgbClr val="ED0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880360" y="0"/>
            <a:ext cx="73152" cy="6858000"/>
          </a:xfrm>
          <a:prstGeom prst="rect">
            <a:avLst/>
          </a:prstGeom>
          <a:solidFill>
            <a:srgbClr val="14AD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8368"/>
            <a:ext cx="2103120" cy="5029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Century Gothic"/>
              </a:rPr>
              <a:t>Round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24712"/>
            <a:ext cx="685800" cy="5029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737360"/>
            <a:ext cx="1965960" cy="7772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entury Gothic"/>
              </a:rPr>
              <a:t>Application</a:t>
            </a:r>
          </a:p>
          <a:p>
            <a:pPr algn="l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entury Gothic"/>
              </a:rPr>
              <a:t>stats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468880"/>
            <a:ext cx="150876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310128" y="502920"/>
            <a:ext cx="1874519" cy="1874519"/>
          </a:xfrm>
          <a:prstGeom prst="ellipse">
            <a:avLst/>
          </a:prstGeom>
          <a:solidFill>
            <a:srgbClr val="E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46120" y="640080"/>
            <a:ext cx="2057400" cy="86868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5800" b="1">
                <a:solidFill>
                  <a:srgbClr val="ED008C"/>
                </a:solidFill>
                <a:latin typeface="Century Gothic"/>
              </a:rPr>
              <a:t>717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804672"/>
            <a:ext cx="3749039" cy="3474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49345B"/>
                </a:solidFill>
                <a:latin typeface="Century Gothic"/>
              </a:rPr>
              <a:t>Applications received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0368" y="1207008"/>
            <a:ext cx="310896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4ADBB"/>
                </a:solidFill>
                <a:latin typeface="Century Gothic"/>
              </a:rPr>
              <a:t>Average 6 per day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30368" y="1627632"/>
            <a:ext cx="3886200" cy="50292"/>
          </a:xfrm>
          <a:prstGeom prst="rect">
            <a:avLst/>
          </a:prstGeom>
          <a:solidFill>
            <a:srgbClr val="14AD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10128" y="2221992"/>
            <a:ext cx="384048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49345B"/>
                </a:solidFill>
                <a:latin typeface="Century Gothic"/>
              </a:rPr>
              <a:t>Impact delivered to date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10128" y="2578608"/>
            <a:ext cx="7635240" cy="22860"/>
          </a:xfrm>
          <a:prstGeom prst="rect">
            <a:avLst/>
          </a:prstGeom>
          <a:solidFill>
            <a:srgbClr val="CDC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310128" y="2834640"/>
            <a:ext cx="2057400" cy="41148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50" b="1">
                <a:solidFill>
                  <a:srgbClr val="ED008C"/>
                </a:solidFill>
                <a:latin typeface="Century Gothic"/>
              </a:rPr>
              <a:t>£47,050.43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10128" y="3337560"/>
            <a:ext cx="1234440" cy="41148"/>
          </a:xfrm>
          <a:prstGeom prst="rect">
            <a:avLst/>
          </a:prstGeom>
          <a:solidFill>
            <a:srgbClr val="ED0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310128" y="3474720"/>
            <a:ext cx="2057400" cy="53035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49345B"/>
                </a:solidFill>
                <a:latin typeface="Century Gothic"/>
              </a:rPr>
              <a:t>Amount spent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2834640"/>
            <a:ext cx="1417320" cy="41148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300" b="1">
                <a:solidFill>
                  <a:srgbClr val="ED008C"/>
                </a:solidFill>
                <a:latin typeface="Century Gothic"/>
              </a:rPr>
              <a:t>139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0" y="3337560"/>
            <a:ext cx="1234440" cy="41148"/>
          </a:xfrm>
          <a:prstGeom prst="rect">
            <a:avLst/>
          </a:prstGeom>
          <a:solidFill>
            <a:srgbClr val="14AD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0" y="3474720"/>
            <a:ext cx="1417320" cy="53035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49345B"/>
                </a:solidFill>
                <a:latin typeface="Century Gothic"/>
              </a:rPr>
              <a:t>People supported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96912" y="2834640"/>
            <a:ext cx="1325880" cy="41148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300" b="1">
                <a:solidFill>
                  <a:srgbClr val="ED008C"/>
                </a:solidFill>
                <a:latin typeface="Century Gothic"/>
              </a:rPr>
              <a:t>87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96912" y="3337560"/>
            <a:ext cx="1234440" cy="41148"/>
          </a:xfrm>
          <a:prstGeom prst="rect">
            <a:avLst/>
          </a:prstGeom>
          <a:solidFill>
            <a:srgbClr val="ED0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296912" y="3474720"/>
            <a:ext cx="1325880" cy="53035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49345B"/>
                </a:solidFill>
                <a:latin typeface="Century Gothic"/>
              </a:rPr>
              <a:t>Individuals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79408" y="2834640"/>
            <a:ext cx="2057400" cy="41148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ED008C"/>
                </a:solidFill>
                <a:latin typeface="Century Gothic"/>
              </a:rPr>
              <a:t>1 grant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79408" y="3337560"/>
            <a:ext cx="1234440" cy="41148"/>
          </a:xfrm>
          <a:prstGeom prst="rect">
            <a:avLst/>
          </a:prstGeom>
          <a:solidFill>
            <a:srgbClr val="14AD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979408" y="3474720"/>
            <a:ext cx="2057400" cy="53035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49345B"/>
                </a:solidFill>
                <a:latin typeface="Century Gothic"/>
              </a:rPr>
              <a:t>Holibreaks+ supporting</a:t>
            </a:r>
          </a:p>
          <a:p>
            <a:pPr algn="l">
              <a:spcAft>
                <a:spcPts val="0"/>
              </a:spcAft>
            </a:pPr>
            <a:r>
              <a:rPr sz="1450" b="1">
                <a:solidFill>
                  <a:srgbClr val="49345B"/>
                </a:solidFill>
                <a:latin typeface="Century Gothic"/>
              </a:rPr>
              <a:t>52 people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0" y="4590288"/>
            <a:ext cx="7909560" cy="1645920"/>
          </a:xfrm>
          <a:prstGeom prst="rect">
            <a:avLst/>
          </a:prstGeom>
          <a:solidFill>
            <a:srgbClr val="F5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200400" y="4590288"/>
            <a:ext cx="7909560" cy="73152"/>
          </a:xfrm>
          <a:prstGeom prst="rect">
            <a:avLst/>
          </a:prstGeom>
          <a:solidFill>
            <a:srgbClr val="ED0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429000" y="4791456"/>
            <a:ext cx="2377440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49345B"/>
                </a:solidFill>
                <a:latin typeface="Century Gothic"/>
              </a:rPr>
              <a:t>Funding picture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29000" y="5102352"/>
            <a:ext cx="329184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49345B"/>
                </a:solidFill>
                <a:latin typeface="Century Gothic"/>
              </a:rPr>
              <a:t>Grant-giving capacity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29000" y="5321808"/>
            <a:ext cx="192024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49345B"/>
                </a:solidFill>
                <a:latin typeface="Century Gothic"/>
              </a:rPr>
              <a:t>increased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29000" y="5532120"/>
            <a:ext cx="3063240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ED008C"/>
                </a:solidFill>
                <a:latin typeface="Century Gothic"/>
              </a:rPr>
              <a:t>£100k  →  £338k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4828032"/>
            <a:ext cx="3977639" cy="4955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dirty="0">
                <a:solidFill>
                  <a:srgbClr val="49345B"/>
                </a:solidFill>
                <a:latin typeface="Century Gothic"/>
              </a:rPr>
              <a:t>Suggested max spend</a:t>
            </a:r>
            <a:r>
              <a:rPr lang="en-GB" sz="1550" b="1" dirty="0">
                <a:solidFill>
                  <a:srgbClr val="49345B"/>
                </a:solidFill>
                <a:latin typeface="Century Gothic"/>
              </a:rPr>
              <a:t> for Round 4</a:t>
            </a:r>
            <a:r>
              <a:rPr sz="1550" b="1" dirty="0">
                <a:solidFill>
                  <a:srgbClr val="49345B"/>
                </a:solidFill>
                <a:latin typeface="Century Gothic"/>
              </a:rPr>
              <a:t>: £64,177.64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429000" y="5907024"/>
            <a:ext cx="7040880" cy="22860"/>
          </a:xfrm>
          <a:prstGeom prst="rect">
            <a:avLst/>
          </a:prstGeom>
          <a:solidFill>
            <a:srgbClr val="CDC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739128" y="5682488"/>
            <a:ext cx="2834640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dirty="0">
                <a:solidFill>
                  <a:srgbClr val="49345B"/>
                </a:solidFill>
                <a:latin typeface="Century Gothic"/>
              </a:rPr>
              <a:t>Monthly amount: £8,333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20840" y="5386832"/>
            <a:ext cx="4160520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dirty="0">
                <a:solidFill>
                  <a:srgbClr val="49345B"/>
                </a:solidFill>
                <a:latin typeface="Century Gothic"/>
              </a:rPr>
              <a:t>Remaining legacy split: £55,844.30</a:t>
            </a:r>
          </a:p>
        </p:txBody>
      </p:sp>
    </p:spTree>
    <p:extLst>
      <p:ext uri="{BB962C8B-B14F-4D97-AF65-F5344CB8AC3E}">
        <p14:creationId xmlns:p14="http://schemas.microsoft.com/office/powerpoint/2010/main" val="4201218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AE578-C3DC-B2D6-9934-1B6F03E03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482AE-1238-45D9-8EF8-14586EFC0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Overall Current Circumstance Score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29EC2-6D00-B5CB-223F-5335ABB7E5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4150"/>
            <a:ext cx="10515600" cy="4351338"/>
          </a:xfrm>
        </p:spPr>
        <p:txBody>
          <a:bodyPr>
            <a:normAutofit fontScale="77500" lnSpcReduction="20000"/>
          </a:bodyPr>
          <a:lstStyle/>
          <a:p>
            <a:r>
              <a:rPr lang="en-GB" sz="2000" dirty="0">
                <a:solidFill>
                  <a:schemeClr val="tx2"/>
                </a:solidFill>
              </a:rPr>
              <a:t>Out of 60, with 60 being most severe</a:t>
            </a:r>
          </a:p>
          <a:p>
            <a:r>
              <a:rPr lang="en-GB" sz="2000" dirty="0">
                <a:solidFill>
                  <a:schemeClr val="tx2"/>
                </a:solidFill>
              </a:rPr>
              <a:t>Serves as a baseline for applications</a:t>
            </a:r>
          </a:p>
          <a:p>
            <a:r>
              <a:rPr lang="en-GB" sz="2000" dirty="0">
                <a:solidFill>
                  <a:schemeClr val="tx2"/>
                </a:solidFill>
              </a:rPr>
              <a:t>Sum of 3 questions:</a:t>
            </a:r>
          </a:p>
          <a:p>
            <a:endParaRPr lang="en-GB" sz="20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GB" sz="2000" b="1" dirty="0">
                <a:solidFill>
                  <a:schemeClr val="tx2"/>
                </a:solidFill>
              </a:rPr>
              <a:t>1. </a:t>
            </a:r>
            <a:r>
              <a:rPr lang="en-US" sz="2000" b="1" dirty="0">
                <a:solidFill>
                  <a:schemeClr val="tx2"/>
                </a:solidFill>
              </a:rPr>
              <a:t>Overall, how satisfied are you with your life nowadays?</a:t>
            </a:r>
            <a:br>
              <a:rPr lang="en-US" sz="2000" b="1" dirty="0">
                <a:solidFill>
                  <a:schemeClr val="tx2"/>
                </a:solidFill>
              </a:rPr>
            </a:br>
            <a:endParaRPr lang="en-US" sz="2000" b="1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GB" sz="2000" b="1" dirty="0">
                <a:solidFill>
                  <a:schemeClr val="tx2"/>
                </a:solidFill>
              </a:rPr>
              <a:t>2. </a:t>
            </a:r>
            <a:r>
              <a:rPr lang="en-US" sz="2000" b="1" dirty="0">
                <a:solidFill>
                  <a:schemeClr val="tx2"/>
                </a:solidFill>
              </a:rPr>
              <a:t>Thinking about the last year, have you been able to...</a:t>
            </a:r>
            <a:br>
              <a:rPr lang="en-US" sz="2000" dirty="0">
                <a:solidFill>
                  <a:schemeClr val="tx2"/>
                </a:solidFill>
              </a:rPr>
            </a:br>
            <a:br>
              <a:rPr lang="en-US" sz="2000" dirty="0">
                <a:solidFill>
                  <a:schemeClr val="tx2"/>
                </a:solidFill>
              </a:rPr>
            </a:br>
            <a:r>
              <a:rPr lang="en-US" sz="2000" dirty="0">
                <a:solidFill>
                  <a:schemeClr val="tx2"/>
                </a:solidFill>
              </a:rPr>
              <a:t>- Enjoy other people’s company</a:t>
            </a:r>
            <a:br>
              <a:rPr lang="en-US" sz="2000" dirty="0">
                <a:solidFill>
                  <a:schemeClr val="tx2"/>
                </a:solidFill>
              </a:rPr>
            </a:br>
            <a:r>
              <a:rPr lang="en-US" sz="2000" dirty="0">
                <a:solidFill>
                  <a:schemeClr val="tx2"/>
                </a:solidFill>
              </a:rPr>
              <a:t>- Go out and do something you enjoy</a:t>
            </a:r>
            <a:br>
              <a:rPr lang="en-US" sz="2000" dirty="0">
                <a:solidFill>
                  <a:schemeClr val="tx2"/>
                </a:solidFill>
              </a:rPr>
            </a:br>
            <a:r>
              <a:rPr lang="en-US" sz="2000" dirty="0">
                <a:solidFill>
                  <a:schemeClr val="tx2"/>
                </a:solidFill>
              </a:rPr>
              <a:t>- Have a break when you’ve needed one</a:t>
            </a:r>
          </a:p>
          <a:p>
            <a:pPr marL="0" indent="0">
              <a:buNone/>
            </a:pPr>
            <a:r>
              <a:rPr lang="en-GB" sz="2000" b="1" dirty="0">
                <a:solidFill>
                  <a:schemeClr val="tx2"/>
                </a:solidFill>
              </a:rPr>
              <a:t>3. In the last 2 weeks…</a:t>
            </a:r>
            <a:br>
              <a:rPr lang="en-GB" sz="2000" b="1" dirty="0">
                <a:solidFill>
                  <a:schemeClr val="tx2"/>
                </a:solidFill>
              </a:rPr>
            </a:br>
            <a:br>
              <a:rPr lang="en-GB" sz="2000" dirty="0">
                <a:solidFill>
                  <a:schemeClr val="tx2"/>
                </a:solidFill>
              </a:rPr>
            </a:br>
            <a:r>
              <a:rPr lang="en-GB" sz="2000" dirty="0">
                <a:solidFill>
                  <a:schemeClr val="tx2"/>
                </a:solidFill>
              </a:rPr>
              <a:t>- Feeling optimistic about the future</a:t>
            </a:r>
            <a:br>
              <a:rPr lang="en-GB" sz="2000" dirty="0">
                <a:solidFill>
                  <a:schemeClr val="tx2"/>
                </a:solidFill>
              </a:rPr>
            </a:br>
            <a:r>
              <a:rPr lang="en-GB" sz="2000" dirty="0">
                <a:solidFill>
                  <a:schemeClr val="tx2"/>
                </a:solidFill>
              </a:rPr>
              <a:t>- Feeling useful</a:t>
            </a:r>
            <a:br>
              <a:rPr lang="en-GB" sz="2000" dirty="0">
                <a:solidFill>
                  <a:schemeClr val="tx2"/>
                </a:solidFill>
              </a:rPr>
            </a:br>
            <a:r>
              <a:rPr lang="en-GB" sz="2000" dirty="0">
                <a:solidFill>
                  <a:schemeClr val="tx2"/>
                </a:solidFill>
              </a:rPr>
              <a:t>- Feeling relaxed</a:t>
            </a:r>
            <a:br>
              <a:rPr lang="en-GB" sz="2000" dirty="0">
                <a:solidFill>
                  <a:schemeClr val="tx2"/>
                </a:solidFill>
              </a:rPr>
            </a:br>
            <a:r>
              <a:rPr lang="en-GB" sz="2000" dirty="0">
                <a:solidFill>
                  <a:schemeClr val="tx2"/>
                </a:solidFill>
              </a:rPr>
              <a:t>- Dealing with problems well</a:t>
            </a:r>
            <a:br>
              <a:rPr lang="en-GB" sz="2000" dirty="0">
                <a:solidFill>
                  <a:schemeClr val="tx2"/>
                </a:solidFill>
              </a:rPr>
            </a:br>
            <a:r>
              <a:rPr lang="en-GB" sz="2000" dirty="0">
                <a:solidFill>
                  <a:schemeClr val="tx2"/>
                </a:solidFill>
              </a:rPr>
              <a:t>- Thinking clearly</a:t>
            </a:r>
            <a:br>
              <a:rPr lang="en-GB" sz="2000" dirty="0">
                <a:solidFill>
                  <a:schemeClr val="tx2"/>
                </a:solidFill>
              </a:rPr>
            </a:br>
            <a:r>
              <a:rPr lang="en-GB" sz="2000" dirty="0">
                <a:solidFill>
                  <a:schemeClr val="tx2"/>
                </a:solidFill>
              </a:rPr>
              <a:t>- Feeling close to others</a:t>
            </a:r>
            <a:br>
              <a:rPr lang="en-GB" sz="2000" dirty="0">
                <a:solidFill>
                  <a:schemeClr val="tx2"/>
                </a:solidFill>
              </a:rPr>
            </a:br>
            <a:r>
              <a:rPr lang="en-GB" sz="2000" dirty="0">
                <a:solidFill>
                  <a:schemeClr val="tx2"/>
                </a:solidFill>
              </a:rPr>
              <a:t>- Able to make up my own mind about things</a:t>
            </a:r>
          </a:p>
        </p:txBody>
      </p:sp>
      <p:pic>
        <p:nvPicPr>
          <p:cNvPr id="4" name="Picture 3" descr="A pink text on a black background&#10;&#10;AI-generated content may be incorrect.">
            <a:extLst>
              <a:ext uri="{FF2B5EF4-FFF2-40B4-BE49-F238E27FC236}">
                <a16:creationId xmlns:a16="http://schemas.microsoft.com/office/drawing/2014/main" id="{6CC8DB5F-D84E-339A-79EC-6B55CC6214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217" y="308727"/>
            <a:ext cx="1573161" cy="489018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A5C6CD6-1680-EAE4-525C-EF13C89320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097133"/>
              </p:ext>
            </p:extLst>
          </p:nvPr>
        </p:nvGraphicFramePr>
        <p:xfrm>
          <a:off x="7600950" y="1249813"/>
          <a:ext cx="3162300" cy="2194560"/>
        </p:xfrm>
        <a:graphic>
          <a:graphicData uri="http://schemas.openxmlformats.org/drawingml/2006/table">
            <a:tbl>
              <a:tblPr>
                <a:tableStyleId>{10A1B5D5-9B99-4C35-A422-299274C87663}</a:tableStyleId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388552713"/>
                    </a:ext>
                  </a:extLst>
                </a:gridCol>
                <a:gridCol w="1892300">
                  <a:extLst>
                    <a:ext uri="{9D8B030D-6E8A-4147-A177-3AD203B41FA5}">
                      <a16:colId xmlns:a16="http://schemas.microsoft.com/office/drawing/2014/main" val="81346707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dirty="0">
                          <a:solidFill>
                            <a:schemeClr val="accent6"/>
                          </a:solidFill>
                          <a:effectLst/>
                        </a:rPr>
                        <a:t>Scale of 1 - 10</a:t>
                      </a:r>
                      <a:endParaRPr lang="en-GB" sz="1100" b="1" i="0" u="none" strike="noStrike" dirty="0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solidFill>
                            <a:schemeClr val="accent6"/>
                          </a:solidFill>
                          <a:effectLst/>
                        </a:rPr>
                        <a:t>Score</a:t>
                      </a:r>
                      <a:endParaRPr lang="en-GB" sz="1100" b="1" i="0" u="none" strike="noStrike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082747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>
                          <a:solidFill>
                            <a:schemeClr val="accent6"/>
                          </a:solidFill>
                          <a:effectLst/>
                        </a:rPr>
                        <a:t>0</a:t>
                      </a:r>
                      <a:endParaRPr lang="en-GB" sz="1100" b="0" i="0" u="none" strike="noStrike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>
                          <a:solidFill>
                            <a:schemeClr val="accent6"/>
                          </a:solidFill>
                          <a:effectLst/>
                        </a:rPr>
                        <a:t>10</a:t>
                      </a:r>
                      <a:endParaRPr lang="en-GB" sz="1100" b="0" i="0" u="none" strike="noStrike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42739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>
                          <a:solidFill>
                            <a:schemeClr val="accent6"/>
                          </a:solidFill>
                          <a:effectLst/>
                        </a:rPr>
                        <a:t>1</a:t>
                      </a:r>
                      <a:endParaRPr lang="en-GB" sz="1100" b="0" i="0" u="none" strike="noStrike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>
                          <a:solidFill>
                            <a:schemeClr val="accent6"/>
                          </a:solidFill>
                          <a:effectLst/>
                        </a:rPr>
                        <a:t>9</a:t>
                      </a:r>
                      <a:endParaRPr lang="en-GB" sz="1100" b="0" i="0" u="none" strike="noStrike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636899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 dirty="0">
                          <a:solidFill>
                            <a:schemeClr val="accent6"/>
                          </a:solidFill>
                          <a:effectLst/>
                        </a:rPr>
                        <a:t>2</a:t>
                      </a:r>
                      <a:endParaRPr lang="en-GB" sz="1100" b="0" i="0" u="none" strike="noStrike" dirty="0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>
                          <a:solidFill>
                            <a:schemeClr val="accent6"/>
                          </a:solidFill>
                          <a:effectLst/>
                        </a:rPr>
                        <a:t>8</a:t>
                      </a:r>
                      <a:endParaRPr lang="en-GB" sz="1100" b="0" i="0" u="none" strike="noStrike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623752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>
                          <a:solidFill>
                            <a:schemeClr val="accent6"/>
                          </a:solidFill>
                          <a:effectLst/>
                        </a:rPr>
                        <a:t>3</a:t>
                      </a:r>
                      <a:endParaRPr lang="en-GB" sz="1100" b="0" i="0" u="none" strike="noStrike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>
                          <a:solidFill>
                            <a:schemeClr val="accent6"/>
                          </a:solidFill>
                          <a:effectLst/>
                        </a:rPr>
                        <a:t>7</a:t>
                      </a:r>
                      <a:endParaRPr lang="en-GB" sz="1100" b="0" i="0" u="none" strike="noStrike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328196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>
                          <a:solidFill>
                            <a:schemeClr val="accent6"/>
                          </a:solidFill>
                          <a:effectLst/>
                        </a:rPr>
                        <a:t>4</a:t>
                      </a:r>
                      <a:endParaRPr lang="en-GB" sz="1100" b="0" i="0" u="none" strike="noStrike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 dirty="0">
                          <a:solidFill>
                            <a:schemeClr val="accent6"/>
                          </a:solidFill>
                          <a:effectLst/>
                        </a:rPr>
                        <a:t>6</a:t>
                      </a:r>
                      <a:endParaRPr lang="en-GB" sz="1100" b="0" i="0" u="none" strike="noStrike" dirty="0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162122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>
                          <a:solidFill>
                            <a:schemeClr val="accent6"/>
                          </a:solidFill>
                          <a:effectLst/>
                        </a:rPr>
                        <a:t>5</a:t>
                      </a:r>
                      <a:endParaRPr lang="en-GB" sz="1100" b="0" i="0" u="none" strike="noStrike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>
                          <a:solidFill>
                            <a:schemeClr val="accent6"/>
                          </a:solidFill>
                          <a:effectLst/>
                        </a:rPr>
                        <a:t>5</a:t>
                      </a:r>
                      <a:endParaRPr lang="en-GB" sz="1100" b="0" i="0" u="none" strike="noStrike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688884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>
                          <a:solidFill>
                            <a:schemeClr val="accent6"/>
                          </a:solidFill>
                          <a:effectLst/>
                        </a:rPr>
                        <a:t>6</a:t>
                      </a:r>
                      <a:endParaRPr lang="en-GB" sz="1100" b="0" i="0" u="none" strike="noStrike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>
                          <a:solidFill>
                            <a:schemeClr val="accent6"/>
                          </a:solidFill>
                          <a:effectLst/>
                        </a:rPr>
                        <a:t>4</a:t>
                      </a:r>
                      <a:endParaRPr lang="en-GB" sz="1100" b="0" i="0" u="none" strike="noStrike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1154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>
                          <a:solidFill>
                            <a:schemeClr val="accent6"/>
                          </a:solidFill>
                          <a:effectLst/>
                        </a:rPr>
                        <a:t>7</a:t>
                      </a:r>
                      <a:endParaRPr lang="en-GB" sz="1100" b="0" i="0" u="none" strike="noStrike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>
                          <a:solidFill>
                            <a:schemeClr val="accent6"/>
                          </a:solidFill>
                          <a:effectLst/>
                        </a:rPr>
                        <a:t>3</a:t>
                      </a:r>
                      <a:endParaRPr lang="en-GB" sz="1100" b="0" i="0" u="none" strike="noStrike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995104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>
                          <a:solidFill>
                            <a:schemeClr val="accent6"/>
                          </a:solidFill>
                          <a:effectLst/>
                        </a:rPr>
                        <a:t>8</a:t>
                      </a:r>
                      <a:endParaRPr lang="en-GB" sz="1100" b="0" i="0" u="none" strike="noStrike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>
                          <a:solidFill>
                            <a:schemeClr val="accent6"/>
                          </a:solidFill>
                          <a:effectLst/>
                        </a:rPr>
                        <a:t>2</a:t>
                      </a:r>
                      <a:endParaRPr lang="en-GB" sz="1100" b="0" i="0" u="none" strike="noStrike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086085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>
                          <a:solidFill>
                            <a:schemeClr val="accent6"/>
                          </a:solidFill>
                          <a:effectLst/>
                        </a:rPr>
                        <a:t>9</a:t>
                      </a:r>
                      <a:endParaRPr lang="en-GB" sz="1100" b="0" i="0" u="none" strike="noStrike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>
                          <a:solidFill>
                            <a:schemeClr val="accent6"/>
                          </a:solidFill>
                          <a:effectLst/>
                        </a:rPr>
                        <a:t>1</a:t>
                      </a:r>
                      <a:endParaRPr lang="en-GB" sz="1100" b="0" i="0" u="none" strike="noStrike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70042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>
                          <a:solidFill>
                            <a:schemeClr val="accent6"/>
                          </a:solidFill>
                          <a:effectLst/>
                        </a:rPr>
                        <a:t>10</a:t>
                      </a:r>
                      <a:endParaRPr lang="en-GB" sz="1100" b="0" i="0" u="none" strike="noStrike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 dirty="0">
                          <a:solidFill>
                            <a:schemeClr val="accent6"/>
                          </a:solidFill>
                          <a:effectLst/>
                        </a:rPr>
                        <a:t>0</a:t>
                      </a:r>
                      <a:endParaRPr lang="en-GB" sz="1100" b="0" i="0" u="none" strike="noStrike" dirty="0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604982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1872FD1-D175-5E90-B3DA-628B4B0255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1570717"/>
              </p:ext>
            </p:extLst>
          </p:nvPr>
        </p:nvGraphicFramePr>
        <p:xfrm>
          <a:off x="7600950" y="3629819"/>
          <a:ext cx="3162300" cy="1097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1789053053"/>
                    </a:ext>
                  </a:extLst>
                </a:gridCol>
                <a:gridCol w="1892300">
                  <a:extLst>
                    <a:ext uri="{9D8B030D-6E8A-4147-A177-3AD203B41FA5}">
                      <a16:colId xmlns:a16="http://schemas.microsoft.com/office/drawing/2014/main" val="373331929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solidFill>
                            <a:schemeClr val="accent6"/>
                          </a:solidFill>
                          <a:effectLst/>
                        </a:rPr>
                        <a:t>Strongly disagree</a:t>
                      </a:r>
                      <a:endParaRPr lang="en-GB" sz="1100" b="0" i="0" u="none" strike="noStrike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>
                          <a:solidFill>
                            <a:schemeClr val="accent6"/>
                          </a:solidFill>
                          <a:effectLst/>
                        </a:rPr>
                        <a:t>5</a:t>
                      </a:r>
                      <a:endParaRPr lang="en-GB" sz="1100" b="0" i="0" u="none" strike="noStrike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750195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solidFill>
                            <a:schemeClr val="accent6"/>
                          </a:solidFill>
                          <a:effectLst/>
                        </a:rPr>
                        <a:t>Disagree</a:t>
                      </a:r>
                      <a:endParaRPr lang="en-GB" sz="1100" b="0" i="0" u="none" strike="noStrike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 dirty="0">
                          <a:solidFill>
                            <a:schemeClr val="accent6"/>
                          </a:solidFill>
                          <a:effectLst/>
                        </a:rPr>
                        <a:t>4</a:t>
                      </a:r>
                      <a:endParaRPr lang="en-GB" sz="1100" b="0" i="0" u="none" strike="noStrike" dirty="0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339715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solidFill>
                            <a:schemeClr val="accent6"/>
                          </a:solidFill>
                          <a:effectLst/>
                        </a:rPr>
                        <a:t>Neutral</a:t>
                      </a:r>
                      <a:endParaRPr lang="en-GB" sz="1100" b="0" i="0" u="none" strike="noStrike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>
                          <a:solidFill>
                            <a:schemeClr val="accent6"/>
                          </a:solidFill>
                          <a:effectLst/>
                        </a:rPr>
                        <a:t>3</a:t>
                      </a:r>
                      <a:endParaRPr lang="en-GB" sz="1100" b="0" i="0" u="none" strike="noStrike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810796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solidFill>
                            <a:schemeClr val="accent6"/>
                          </a:solidFill>
                          <a:effectLst/>
                        </a:rPr>
                        <a:t>Agree</a:t>
                      </a:r>
                      <a:endParaRPr lang="en-GB" sz="1100" b="0" i="0" u="none" strike="noStrike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>
                          <a:solidFill>
                            <a:schemeClr val="accent6"/>
                          </a:solidFill>
                          <a:effectLst/>
                        </a:rPr>
                        <a:t>2</a:t>
                      </a:r>
                      <a:endParaRPr lang="en-GB" sz="1100" b="0" i="0" u="none" strike="noStrike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064804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solidFill>
                            <a:schemeClr val="accent6"/>
                          </a:solidFill>
                          <a:effectLst/>
                        </a:rPr>
                        <a:t>Strongle agree</a:t>
                      </a:r>
                      <a:endParaRPr lang="en-GB" sz="1100" b="0" i="0" u="none" strike="noStrike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>
                          <a:solidFill>
                            <a:schemeClr val="accent6"/>
                          </a:solidFill>
                          <a:effectLst/>
                        </a:rPr>
                        <a:t>1</a:t>
                      </a:r>
                      <a:endParaRPr lang="en-GB" sz="1100" b="0" i="0" u="none" strike="noStrike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319538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solidFill>
                            <a:schemeClr val="accent6"/>
                          </a:solidFill>
                          <a:effectLst/>
                        </a:rPr>
                        <a:t>Not sure</a:t>
                      </a:r>
                      <a:endParaRPr lang="en-GB" sz="1100" b="0" i="0" u="none" strike="noStrike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 dirty="0">
                          <a:solidFill>
                            <a:schemeClr val="accent6"/>
                          </a:solidFill>
                          <a:effectLst/>
                        </a:rPr>
                        <a:t>0</a:t>
                      </a:r>
                      <a:endParaRPr lang="en-GB" sz="1100" b="0" i="0" u="none" strike="noStrike" dirty="0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2940655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9540CD5-284A-35D2-9BA3-B6D1B2B0ED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4116973"/>
              </p:ext>
            </p:extLst>
          </p:nvPr>
        </p:nvGraphicFramePr>
        <p:xfrm>
          <a:off x="7600950" y="4912545"/>
          <a:ext cx="3162300" cy="914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2752136830"/>
                    </a:ext>
                  </a:extLst>
                </a:gridCol>
                <a:gridCol w="1892300">
                  <a:extLst>
                    <a:ext uri="{9D8B030D-6E8A-4147-A177-3AD203B41FA5}">
                      <a16:colId xmlns:a16="http://schemas.microsoft.com/office/drawing/2014/main" val="3941330689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solidFill>
                            <a:schemeClr val="accent6"/>
                          </a:solidFill>
                          <a:effectLst/>
                        </a:rPr>
                        <a:t>None of the Time</a:t>
                      </a:r>
                      <a:endParaRPr lang="en-GB" sz="1100" b="0" i="0" u="none" strike="noStrike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>
                          <a:solidFill>
                            <a:schemeClr val="accent6"/>
                          </a:solidFill>
                          <a:effectLst/>
                        </a:rPr>
                        <a:t>5</a:t>
                      </a:r>
                      <a:endParaRPr lang="en-GB" sz="1100" b="0" i="0" u="none" strike="noStrike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853316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solidFill>
                            <a:schemeClr val="accent6"/>
                          </a:solidFill>
                          <a:effectLst/>
                        </a:rPr>
                        <a:t>Rarely</a:t>
                      </a:r>
                      <a:endParaRPr lang="en-GB" sz="1100" b="0" i="0" u="none" strike="noStrike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 dirty="0">
                          <a:solidFill>
                            <a:schemeClr val="accent6"/>
                          </a:solidFill>
                          <a:effectLst/>
                        </a:rPr>
                        <a:t>4</a:t>
                      </a:r>
                      <a:endParaRPr lang="en-GB" sz="1100" b="0" i="0" u="none" strike="noStrike" dirty="0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421784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solidFill>
                            <a:schemeClr val="accent6"/>
                          </a:solidFill>
                          <a:effectLst/>
                        </a:rPr>
                        <a:t>Some of the time</a:t>
                      </a:r>
                      <a:endParaRPr lang="en-GB" sz="1100" b="0" i="0" u="none" strike="noStrike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>
                          <a:solidFill>
                            <a:schemeClr val="accent6"/>
                          </a:solidFill>
                          <a:effectLst/>
                        </a:rPr>
                        <a:t>3</a:t>
                      </a:r>
                      <a:endParaRPr lang="en-GB" sz="1100" b="0" i="0" u="none" strike="noStrike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303586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solidFill>
                            <a:schemeClr val="accent6"/>
                          </a:solidFill>
                          <a:effectLst/>
                        </a:rPr>
                        <a:t>Often</a:t>
                      </a:r>
                      <a:endParaRPr lang="en-GB" sz="1100" b="0" i="0" u="none" strike="noStrike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>
                          <a:solidFill>
                            <a:schemeClr val="accent6"/>
                          </a:solidFill>
                          <a:effectLst/>
                        </a:rPr>
                        <a:t>2</a:t>
                      </a:r>
                      <a:endParaRPr lang="en-GB" sz="1100" b="0" i="0" u="none" strike="noStrike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33933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solidFill>
                            <a:schemeClr val="accent6"/>
                          </a:solidFill>
                          <a:effectLst/>
                        </a:rPr>
                        <a:t>All of the time</a:t>
                      </a:r>
                      <a:endParaRPr lang="en-GB" sz="1100" b="0" i="0" u="none" strike="noStrike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GB" sz="1100" u="none" strike="noStrike" dirty="0">
                          <a:solidFill>
                            <a:schemeClr val="accent6"/>
                          </a:solidFill>
                          <a:effectLst/>
                        </a:rPr>
                        <a:t>1</a:t>
                      </a:r>
                      <a:endParaRPr lang="en-GB" sz="1100" b="0" i="0" u="none" strike="noStrike" dirty="0">
                        <a:solidFill>
                          <a:schemeClr val="accent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33774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42142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ED008C"/>
      </a:dk1>
      <a:lt1>
        <a:sysClr val="window" lastClr="FFFFFF"/>
      </a:lt1>
      <a:dk2>
        <a:srgbClr val="49345B"/>
      </a:dk2>
      <a:lt2>
        <a:srgbClr val="FFFFFF"/>
      </a:lt2>
      <a:accent1>
        <a:srgbClr val="14ADBB"/>
      </a:accent1>
      <a:accent2>
        <a:srgbClr val="CDC3D2"/>
      </a:accent2>
      <a:accent3>
        <a:srgbClr val="C1E0E6"/>
      </a:accent3>
      <a:accent4>
        <a:srgbClr val="A4A1A1"/>
      </a:accent4>
      <a:accent5>
        <a:srgbClr val="ED008C"/>
      </a:accent5>
      <a:accent6>
        <a:srgbClr val="49345B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9BFD6B84F7029419816FFCF5AF812DE" ma:contentTypeVersion="9" ma:contentTypeDescription="Create a new document." ma:contentTypeScope="" ma:versionID="ae75f7d6110eb3c01e30b5864ecce8d9">
  <xsd:schema xmlns:xsd="http://www.w3.org/2001/XMLSchema" xmlns:xs="http://www.w3.org/2001/XMLSchema" xmlns:p="http://schemas.microsoft.com/office/2006/metadata/properties" xmlns:ns2="f28f5036-0c97-4fb2-9995-e6511ad4535b" xmlns:ns3="d3a2e4d4-5189-48ac-a210-e1294fbd99f3" targetNamespace="http://schemas.microsoft.com/office/2006/metadata/properties" ma:root="true" ma:fieldsID="5f758225586994ab2ed7147b7dc97d7e" ns2:_="" ns3:_="">
    <xsd:import namespace="f28f5036-0c97-4fb2-9995-e6511ad4535b"/>
    <xsd:import namespace="d3a2e4d4-5189-48ac-a210-e1294fbd99f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8f5036-0c97-4fb2-9995-e6511ad4535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3edfda32-ed56-4dd9-bd64-14fdcb8b12d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a2e4d4-5189-48ac-a210-e1294fbd99f3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309b44fd-1af0-4c99-971b-3abc3e199a55}" ma:internalName="TaxCatchAll" ma:showField="CatchAllData" ma:web="d3a2e4d4-5189-48ac-a210-e1294fbd99f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28f5036-0c97-4fb2-9995-e6511ad4535b">
      <Terms xmlns="http://schemas.microsoft.com/office/infopath/2007/PartnerControls"/>
    </lcf76f155ced4ddcb4097134ff3c332f>
    <TaxCatchAll xmlns="d3a2e4d4-5189-48ac-a210-e1294fbd99f3" xsi:nil="true"/>
  </documentManagement>
</p:properties>
</file>

<file path=customXml/itemProps1.xml><?xml version="1.0" encoding="utf-8"?>
<ds:datastoreItem xmlns:ds="http://schemas.openxmlformats.org/officeDocument/2006/customXml" ds:itemID="{0089C114-7CC1-49CA-B774-7114E69E9D2E}"/>
</file>

<file path=customXml/itemProps2.xml><?xml version="1.0" encoding="utf-8"?>
<ds:datastoreItem xmlns:ds="http://schemas.openxmlformats.org/officeDocument/2006/customXml" ds:itemID="{0B2E4626-3C89-4D2E-92C5-F80CE89E96C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310357F-CC17-4D8C-A6A9-C64B8C6BAAA7}">
  <ds:schemaRefs>
    <ds:schemaRef ds:uri="9ed56039-1197-4761-854f-26d03d5853f5"/>
    <ds:schemaRef ds:uri="http://schemas.microsoft.com/office/infopath/2007/PartnerControls"/>
    <ds:schemaRef ds:uri="http://schemas.microsoft.com/office/2006/documentManagement/types"/>
    <ds:schemaRef ds:uri="http://purl.org/dc/dcmitype/"/>
    <ds:schemaRef ds:uri="http://purl.org/dc/elements/1.1/"/>
    <ds:schemaRef ds:uri="http://schemas.openxmlformats.org/package/2006/metadata/core-properties"/>
    <ds:schemaRef ds:uri="52ebfa0d-ea35-4528-b146-33d25ee30b8c"/>
    <ds:schemaRef ds:uri="http://schemas.microsoft.com/office/2006/metadata/properties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252</TotalTime>
  <Words>257</Words>
  <Application>Microsoft Office PowerPoint</Application>
  <PresentationFormat>Widescreen</PresentationFormat>
  <Paragraphs>82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Aptos Narrow</vt:lpstr>
      <vt:lpstr>Arial</vt:lpstr>
      <vt:lpstr>Century Gothic</vt:lpstr>
      <vt:lpstr>Office Theme</vt:lpstr>
      <vt:lpstr>Round 4</vt:lpstr>
      <vt:lpstr>PowerPoint Presentation</vt:lpstr>
      <vt:lpstr>Overall Current Circumstance Score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Emily Sheardown</dc:creator>
  <cp:lastModifiedBy>Emily Sheardown</cp:lastModifiedBy>
  <cp:revision>37</cp:revision>
  <dcterms:created xsi:type="dcterms:W3CDTF">2025-11-03T12:11:21Z</dcterms:created>
  <dcterms:modified xsi:type="dcterms:W3CDTF">2026-06-29T12:10:00Z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0x01010019BFD6B84F7029419816FFCF5AF812DE</vt:lpwstr>
  </property>
  <property fmtid="{D5CDD505-2E9C-101B-9397-08002B2CF9AE}" pid="3" name="MediaServiceImageTags">
    <vt:lpwstr/>
  </property>
</Properties>
</file>